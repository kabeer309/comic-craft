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is the build: one self-contained file of roughly 3,900 lines. Sub-topics: the numbers, the code structure and three groups of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self-contained file of roughly 3,900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 variables for the theme, semantic HTML sections and vanilla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Preloader, sticky navigation, scroll reveals and back-to-top.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search, category filter, detail pop-up and favorites.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 toggle, toast messages, newsletter validation and the "/"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Development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site in code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at a glance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layout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192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features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401421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40142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   |   5.1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at a glance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Development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720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3,900+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7175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57175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66319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HTML file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8630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68630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477774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titles in the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0085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80085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89229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breakpoints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69748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into the file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for the theme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 sections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JavaScript for search, filters, the modal, favorites, theme toggle and animations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   |   5.2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Development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drive the dark and light theme.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91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635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 sections make up the page.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JavaScript for search, filters, modal, favorites, theme toggle and animations.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91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691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comic data object drives the detail pop-up.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   |   5.3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layout features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Development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35024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4932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188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Preloader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11887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first, before the hero appears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06654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32714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06654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navigation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749040" y="206654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navigation with smooth scroll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4436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0497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9443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reveals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3749040" y="294436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Reveal-on-scroll animations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82219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082796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82219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top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749040" y="382219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Back-to-top button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   |   5.4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features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Development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filter as you type.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91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635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All, Marvel, Avengers, Heroes, Classics.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pop-up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a comic data object; shows category and description.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91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691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with localStorage, so they survive a reload.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   |   5.5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features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Development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toggle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dark and light mode.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91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635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messages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on-screen feedback messages.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validation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sign-up form checks input before it is accepted.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91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"/" search shortcut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691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/ to jump straight to search.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Project Development</dc:title>
  <dc:subject>PptxGenJS Presentation</dc:subject>
  <dc:creator>PptxGenJS</dc:creator>
  <cp:lastModifiedBy>PptxGenJS</cp:lastModifiedBy>
  <cp:revision>1</cp:revision>
  <dcterms:created xsi:type="dcterms:W3CDTF">2026-09-30T05:36:46Z</dcterms:created>
  <dcterms:modified xsi:type="dcterms:W3CDTF">2026-09-30T05:36:46Z</dcterms:modified>
</cp:coreProperties>
</file>