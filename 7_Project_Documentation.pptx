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7 documents the project: what the README covers, the upload layout, how images are arranged and how to open and use the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README that explains what the project is, how to open it, how images are arranged and what each section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suggested upload layout: the HTML file, the README and an images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Images live in an images folder and are referenced with relative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files together, open the HTML file in a browser and explore.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84632"/>
            <a:ext cx="1325880" cy="347472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325880" cy="347472"/>
          </a:xfrm>
          <a:prstGeom prst="rect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 OF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68680" cy="8686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Documentation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README, file guide and setup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FILE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234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12344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contents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929384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192938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19293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structure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2624328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262432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26243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setup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3319272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0" y="33192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33192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open and use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 OF 8   |   7.1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contents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Documentation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13716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011680"/>
            <a:ext cx="2225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and features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276600" y="118872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594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053840" y="13716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459480" y="2011680"/>
            <a:ext cx="2225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open and use the site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96000" y="118872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788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48590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73240" y="13716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278880" y="2011680"/>
            <a:ext cx="2225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structure and image setup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57200" y="299466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00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2918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34440" y="317754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3817620"/>
            <a:ext cx="2225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3276600" y="299466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4594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780" y="32918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053840" y="317754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guide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3459480" y="3817620"/>
            <a:ext cx="2225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Section-by-section guide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096000" y="299466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2788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180" y="3291840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873240" y="317754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6278880" y="3817620"/>
            <a:ext cx="2225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 OF 8   |   7.2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structure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Documentation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384048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8580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these together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1874520"/>
            <a:ext cx="274320" cy="2743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943100"/>
            <a:ext cx="137160" cy="1371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9728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COMIC_CRAFT_1.html (the site)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85800" y="2441448"/>
            <a:ext cx="274320" cy="2743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510028"/>
            <a:ext cx="137160" cy="1371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97280" y="23957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 (the guide)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85800" y="3008376"/>
            <a:ext cx="274320" cy="2743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076956"/>
            <a:ext cx="137160" cy="1371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29626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images/ (all cover images)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26280" y="1188720"/>
            <a:ext cx="4160520" cy="3383280"/>
          </a:xfrm>
          <a:prstGeom prst="roundRect">
            <a:avLst>
              <a:gd name="adj" fmla="val 2162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4800600" y="1417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UPLOAD LAYOUT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480060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comic-story/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COMIC_CRAFT_1.html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images/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iron man.jpg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thor.jpg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hulk.jpg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...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 OF 8   |   7.3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setup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Documentation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3657600" cy="3017520"/>
          </a:xfrm>
          <a:prstGeom prst="roundRect">
            <a:avLst>
              <a:gd name="adj" fmla="val 2424"/>
            </a:avLst>
          </a:prstGeom>
          <a:solidFill>
            <a:srgbClr val="FCEBEC"/>
          </a:solidFill>
          <a:ln w="9525">
            <a:solidFill>
              <a:srgbClr val="F2C4C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63449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508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2860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images used local Downloads paths, which break on another device or after upload.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224528" y="2514600"/>
            <a:ext cx="694944" cy="457200"/>
          </a:xfrm>
          <a:prstGeom prst="rightArrow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29200" y="1280160"/>
            <a:ext cx="3657600" cy="3017520"/>
          </a:xfrm>
          <a:prstGeom prst="roundRect">
            <a:avLst>
              <a:gd name="adj" fmla="val 2424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257800" y="150876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530" y="163449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897880" y="1508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5257800" y="22860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images sit in the images/ folder and are loaded with relative paths.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 OF 8   |   7.4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open and use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Project Documentation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8229600" cy="0"/>
          </a:xfrm>
          <a:prstGeom prst="line">
            <a:avLst/>
          </a:prstGeom>
          <a:noFill/>
          <a:ln w="19050">
            <a:solidFill>
              <a:srgbClr val="CFCFC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234440"/>
            <a:ext cx="2590800" cy="265176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2590800" y="1325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432560" y="1417320"/>
            <a:ext cx="640080" cy="6400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" y="15773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" y="219456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files together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66928" y="2788920"/>
            <a:ext cx="2371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HTML file, README.md and the images/ folder.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276600" y="1234440"/>
            <a:ext cx="2590800" cy="265176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5410200" y="1325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15773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368040" y="219456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in a browser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3386328" y="2788920"/>
            <a:ext cx="2371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COMIC_CRAFT_1.html. No backend or install needed.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096000" y="1234440"/>
            <a:ext cx="2590800" cy="265176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7"/>
          <p:cNvSpPr txBox="1"/>
          <p:nvPr/>
        </p:nvSpPr>
        <p:spPr>
          <a:xfrm>
            <a:off x="8229600" y="132588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7071360" y="1417320"/>
            <a:ext cx="640080" cy="6400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1380" y="157734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187440" y="2194560"/>
            <a:ext cx="240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the site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6205728" y="2788920"/>
            <a:ext cx="23713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filter, open titles, save favorites and switch theme.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Comic Story - Project Documentation</dc:title>
  <dc:subject>PptxGenJS Presentation</dc:subject>
  <dc:creator>PptxGenJS</dc:creator>
  <cp:lastModifiedBy>PptxGenJS</cp:lastModifiedBy>
  <cp:revision>1</cp:revision>
  <dcterms:created xsi:type="dcterms:W3CDTF">2026-09-30T05:36:47Z</dcterms:created>
  <dcterms:modified xsi:type="dcterms:W3CDTF">2026-09-30T05:36:47Z</dcterms:modified>
</cp:coreProperties>
</file>