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8 is the live walkthrough: the demo order, the sections to scroll through, the features to highlight and the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live demo order: open, search and filter, open a title and save a favorite, toggle the theme and resize.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library, scroll through the remaining sections in page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features to show during the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steps: bundle the cover images, add more titles, and host the site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84632"/>
            <a:ext cx="1325880" cy="34747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 OF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68680" cy="8686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Demonstration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walkthrough of the site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938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92938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Scroll-through sections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62432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6243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to highlight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31927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33192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 OF 8   |   8.1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Demonstration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885950" cy="278892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371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OPEN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9545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0080" y="2651760"/>
            <a:ext cx="15201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Preloader, then the hero with the Explore Library and View Posters buttons.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571750" y="1188720"/>
            <a:ext cx="1885950" cy="278892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54630" y="137160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754630" y="1371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SEARCH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754630" y="182880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95453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754630" y="2651760"/>
            <a:ext cx="15201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title, press / to jump to search, then filter by Avengers.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86300" y="1188720"/>
            <a:ext cx="1885950" cy="278892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69180" y="137160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869180" y="1371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EXPLORE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869180" y="182880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10" y="195453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869180" y="2651760"/>
            <a:ext cx="15201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title for its pop-up and save it as a favorite.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800850" y="1188720"/>
            <a:ext cx="1885950" cy="278892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983730" y="137160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983730" y="1371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SWITCH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983730" y="182880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0" y="1954530"/>
            <a:ext cx="251460" cy="2514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83730" y="2651760"/>
            <a:ext cx="152019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dark and light mode, then resize to show the responsive layout.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57200" y="41605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scroll:  posters  →  characters  →  timeline  →  about  →  newsletter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 OF 8   |   8.2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Scroll-through sections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Demonstration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19050">
            <a:solidFill>
              <a:srgbClr val="CFCF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3444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46304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6868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5773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148840" y="123444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315468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56032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15773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24028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840480" y="123444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484632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5773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93192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532120" y="123444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653796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94360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157734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62356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7223760" y="123444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822960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763524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157734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31520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page flow from the design phase, from top to bottom.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 OF 8   |   8.3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to highlight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Demonstration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search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title, or press / to jump to search.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76600" y="118872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594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538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459480" y="201168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the grid, for example Avengers.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96000" y="118872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788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4859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732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pop-up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278880" y="201168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and description for each title.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299466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31775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81762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in the browser and kept after reload.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3276600" y="299466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4594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2918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053840" y="31775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/ light theme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3459480" y="381762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 switch with one toggle.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096000" y="299466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2788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29184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873240" y="31775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6278880" y="381762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to show the layout adapting.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 OF 8   |   8.4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Demonstration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cover images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222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images with the site so every cover loads.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766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594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538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library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459480" y="2011680"/>
            <a:ext cx="222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more titles, heroes and posters.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960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788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4859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732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online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278880" y="2011680"/>
            <a:ext cx="222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the site so anyone can browse it.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Story - Project Demonstration</dc:title>
  <dc:subject>PptxGenJS Presentation</dc:subject>
  <dc:creator>PptxGenJS</dc:creator>
  <cp:lastModifiedBy>PptxGenJS</cp:lastModifiedBy>
  <cp:revision>1</cp:revision>
  <dcterms:created xsi:type="dcterms:W3CDTF">2026-09-30T05:36:47Z</dcterms:created>
  <dcterms:modified xsi:type="dcterms:W3CDTF">2026-09-30T05:36:47Z</dcterms:modified>
</cp:coreProperties>
</file>