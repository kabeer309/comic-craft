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6 defines the test cases, the devices to check and records the issue found during code review along with its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cases defined from the site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features on desktop, tablet and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images use absolute local paths; moving them into an images folder with relative paths fixes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484632"/>
            <a:ext cx="1325880" cy="347472"/>
          </a:xfrm>
          <a:prstGeom prst="rect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11480"/>
            <a:ext cx="1325880" cy="347472"/>
          </a:xfrm>
          <a:prstGeom prst="rect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114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 STORY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 OF 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68680" cy="86868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691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432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Testing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9319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Checking features and devices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868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FILE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1234440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0" y="123444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623560" y="123444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cases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1929384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0" y="192938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623560" y="192938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Devices &amp; screen sizes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2624328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0" y="262432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262432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found &amp; fix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017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 OF 8   |   6.1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02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cases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 Story  |  Project Testing</a:t>
            </a:r>
            <a:endParaRPr lang="en-US" sz="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56616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Expected result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 for "iron"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matching titles stay visible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search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Filter: Avengers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Grid shows only Avengers titles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 filter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a title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Pop-up shows category and description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Detail pop-up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favorite, then reload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Favorite is still saved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localStorage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Toggle theme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Colors switch between dark and light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Theme toggle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Resize to phone width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Layout adapts at the breakpoints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Responsive layout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017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 OF 8   |   6.2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02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Devices &amp; screen sizes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 Story  |  Project Testing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25908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4859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34440" y="137160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011680"/>
            <a:ext cx="222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all features at full width.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276600" y="1188720"/>
            <a:ext cx="25908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459480" y="137160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780" y="148590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053840" y="137160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Tablet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3459480" y="2011680"/>
            <a:ext cx="222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layout at the responsive breakpoints.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096000" y="1188720"/>
            <a:ext cx="25908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278880" y="137160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180" y="148590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73240" y="137160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6278880" y="2011680"/>
            <a:ext cx="222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Resize to phone width and confirm the layout adapts.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017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 OF 8   |   6.3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02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found &amp; fix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 Story  |  Project Testing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280160"/>
            <a:ext cx="3657600" cy="3017520"/>
          </a:xfrm>
          <a:prstGeom prst="roundRect">
            <a:avLst>
              <a:gd name="adj" fmla="val 2424"/>
            </a:avLst>
          </a:prstGeom>
          <a:solidFill>
            <a:srgbClr val="FCEBEC"/>
          </a:solidFill>
          <a:ln w="9525">
            <a:solidFill>
              <a:srgbClr val="F2C4C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85800" y="1508760"/>
            <a:ext cx="502920" cy="50292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163449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5087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FOUND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28600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 images point to local Downloads paths, so they will not load on another device or after upload.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224528" y="2514600"/>
            <a:ext cx="694944" cy="457200"/>
          </a:xfrm>
          <a:prstGeom prst="rightArrow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029200" y="1280160"/>
            <a:ext cx="3657600" cy="3017520"/>
          </a:xfrm>
          <a:prstGeom prst="roundRect">
            <a:avLst>
              <a:gd name="adj" fmla="val 2424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257800" y="1508760"/>
            <a:ext cx="502920" cy="50292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3530" y="163449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897880" y="15087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5257800" y="228600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images in an images/ folder and use relative paths.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Comic Story - Project Testing</dc:title>
  <dc:subject>PptxGenJS Presentation</dc:subject>
  <dc:creator>PptxGenJS</dc:creator>
  <cp:lastModifiedBy>PptxGenJS</cp:lastModifiedBy>
  <cp:revision>1</cp:revision>
  <dcterms:created xsi:type="dcterms:W3CDTF">2026-09-30T05:36:47Z</dcterms:created>
  <dcterms:modified xsi:type="dcterms:W3CDTF">2026-09-30T05:36:47Z</dcterms:modified>
</cp:coreProperties>
</file>