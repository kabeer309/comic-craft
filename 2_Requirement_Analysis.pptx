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lists what the site must do, how well it must do it, the technology used and where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site must do, drawn from its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site should behave: responsive, fast, accessible and smooth.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site is built with HTML5, CSS3, vanilla JavaScript and browser localStorage.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site needs only a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484632"/>
            <a:ext cx="1325880" cy="347472"/>
          </a:xfrm>
          <a:prstGeom prst="rect">
            <a:avLst/>
          </a:prstGeom>
          <a:solidFill>
            <a:srgbClr val="FFD500"/>
          </a:solidFill>
          <a:ln w="12700">
            <a:solidFill>
              <a:srgbClr val="FFD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114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868680" cy="86868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6916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74320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Analysis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9319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Features, devices and tech needs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868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FILE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234440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2356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929384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92938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62432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62432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331927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319272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devices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8   |   2.1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Functional requirements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Requirement Analysis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library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a library of 10 comic titles.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766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594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7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538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search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4594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titles as you type.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96000" y="118872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788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180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73240" y="137160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filter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278880" y="201168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Filter: All, Marvel, Avengers, Heroes, Classics.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572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 pop-up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 detail pop-up for each title.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32766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4594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780" y="32918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0538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34594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favorites in the browser.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6096000" y="2994660"/>
            <a:ext cx="25908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2788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180" y="329184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873240" y="3177540"/>
            <a:ext cx="167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</a:t>
            </a:r>
            <a:endParaRPr lang="en-US" sz="1300" dirty="0"/>
          </a:p>
        </p:txBody>
      </p:sp>
      <p:sp>
        <p:nvSpPr>
          <p:cNvPr id="37" name="Text 28"/>
          <p:cNvSpPr txBox="1"/>
          <p:nvPr/>
        </p:nvSpPr>
        <p:spPr>
          <a:xfrm>
            <a:off x="6278880" y="3817620"/>
            <a:ext cx="22250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sign-up with validation.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8   |   2.2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Non-functional requirements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Requirement Analysis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8229600" cy="574243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247242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6154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1188720"/>
            <a:ext cx="23774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3749040" y="1188720"/>
            <a:ext cx="47548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on desktop, tablet and phone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1890979"/>
            <a:ext cx="8229600" cy="574243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1949501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063801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1890979"/>
            <a:ext cx="23774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749040" y="1890979"/>
            <a:ext cx="47548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and light theme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593238"/>
            <a:ext cx="8229600" cy="574243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76606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2593238"/>
            <a:ext cx="23774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3749040" y="2593238"/>
            <a:ext cx="47548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Fast: single file, no backend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57200" y="3295498"/>
            <a:ext cx="8229600" cy="574243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40080" y="3354019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68319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3295498"/>
            <a:ext cx="23774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3749040" y="3295498"/>
            <a:ext cx="47548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labels and "/" search shortcut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3997757"/>
            <a:ext cx="8229600" cy="574243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0080" y="4056278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4170578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325880" y="3997757"/>
            <a:ext cx="237744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feel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3749040" y="3997757"/>
            <a:ext cx="4754880" cy="57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scrolling and reveal animations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8   |   2.3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Requirement Analysis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HTML sections give the page its structure.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86300" y="118872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69180" y="137160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463540" y="137160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CSS3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4869180" y="201168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 drive the theme; breakpoints handle responsive layout.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2918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JavaScript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filters, modal, favorites, theme toggle and animations.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86300" y="2994660"/>
            <a:ext cx="4000500" cy="157734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869180" y="31775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63540" y="31775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localStorage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4869180" y="3817620"/>
            <a:ext cx="363474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saved favorites in the browser, with no backend.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3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624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OF 8   |   2.4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029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&amp; devices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Comic Story  |  Requirement Analysis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749040" cy="3383280"/>
          </a:xfrm>
          <a:prstGeom prst="roundRect">
            <a:avLst>
              <a:gd name="adj" fmla="val 2162"/>
            </a:avLst>
          </a:prstGeom>
          <a:solidFill>
            <a:srgbClr val="050505"/>
          </a:solidFill>
          <a:ln w="12700">
            <a:solidFill>
              <a:srgbClr val="05050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31520" y="1463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182880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in a browser. No backend, no installs.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434840" y="118872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17720" y="146304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2020" y="157734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29844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16093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adapts at the responsive breakpoints.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34840" y="237744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17720" y="265176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76606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3520" y="248716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303520" y="279806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adapts at the responsive breakpoints.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434840" y="3566160"/>
            <a:ext cx="42519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4E4E4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17720" y="3840480"/>
            <a:ext cx="457200" cy="457200"/>
          </a:xfrm>
          <a:prstGeom prst="ellipse">
            <a:avLst/>
          </a:prstGeom>
          <a:solidFill>
            <a:srgbClr val="E62429"/>
          </a:solidFill>
          <a:ln w="12700">
            <a:solidFill>
              <a:srgbClr val="E6242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20" y="395478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03520" y="3675888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05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303520" y="398678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adapts at the responsive breakpoints.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Story - Requirement Analysis</dc:title>
  <dc:subject>PptxGenJS Presentation</dc:subject>
  <dc:creator>PptxGenJS</dc:creator>
  <cp:lastModifiedBy>PptxGenJS</cp:lastModifiedBy>
  <cp:revision>1</cp:revision>
  <dcterms:created xsi:type="dcterms:W3CDTF">2026-09-30T05:36:46Z</dcterms:created>
  <dcterms:modified xsi:type="dcterms:W3CDTF">2026-09-30T05:36:46Z</dcterms:modified>
</cp:coreProperties>
</file>