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 covers the colour palette, the overall look and feel, the top-to-bottom page flow and the responsive and theme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red, blue and yellow comic palette on dark backgrounds.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Arial typography, a comic-style brand mark with a hard offset shadow, rounded cards and dark cinematic backgrounds.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Top-to-bottom page flow from the header through the library, posters, characters and timeline to the newsletter and footer.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Responsive breakpoints, a dark and light theme, reveal animations and accessible labels.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484632"/>
            <a:ext cx="1325880" cy="347472"/>
          </a:xfrm>
          <a:prstGeom prst="rect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11480"/>
            <a:ext cx="1325880" cy="347472"/>
          </a:xfrm>
          <a:prstGeom prst="rect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114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 STORY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OF 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68680" cy="86868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691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432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Design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9319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Look, layout and page flow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868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FILE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0" y="1234440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0" y="123444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623560" y="123444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 palette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1929384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0" y="1929384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623560" y="192938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&amp; feel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2624328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0" y="262432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262432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flow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3319272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0" y="331927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623560" y="331927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&amp; theme design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017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OF 8   |   3.1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02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 palette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 Story  |  Project Design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1499616" cy="21031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94360" y="1325880"/>
            <a:ext cx="1225296" cy="1097280"/>
          </a:xfrm>
          <a:prstGeom prst="roundRect">
            <a:avLst>
              <a:gd name="adj" fmla="val 5000"/>
            </a:avLst>
          </a:prstGeom>
          <a:solidFill>
            <a:srgbClr val="E62429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251460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816352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#E62429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139696" y="1188720"/>
            <a:ext cx="1499616" cy="21031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276856" y="1325880"/>
            <a:ext cx="1225296" cy="1097280"/>
          </a:xfrm>
          <a:prstGeom prst="roundRect">
            <a:avLst>
              <a:gd name="adj" fmla="val 5000"/>
            </a:avLst>
          </a:prstGeom>
          <a:solidFill>
            <a:srgbClr val="0878D1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276856" y="251460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276856" y="2816352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#0878D1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822192" y="1188720"/>
            <a:ext cx="1499616" cy="21031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959352" y="1325880"/>
            <a:ext cx="1225296" cy="1097280"/>
          </a:xfrm>
          <a:prstGeom prst="roundRect">
            <a:avLst>
              <a:gd name="adj" fmla="val 5000"/>
            </a:avLst>
          </a:prstGeom>
          <a:solidFill>
            <a:srgbClr val="FFD500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959352" y="251460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3959352" y="2816352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#FFD500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504688" y="1188720"/>
            <a:ext cx="1499616" cy="21031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641848" y="1325880"/>
            <a:ext cx="1225296" cy="1097280"/>
          </a:xfrm>
          <a:prstGeom prst="roundRect">
            <a:avLst>
              <a:gd name="adj" fmla="val 5000"/>
            </a:avLst>
          </a:prstGeom>
          <a:solidFill>
            <a:srgbClr val="050505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41848" y="251460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641848" y="2816352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#050505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187184" y="1188720"/>
            <a:ext cx="1499616" cy="21031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324344" y="1325880"/>
            <a:ext cx="1225296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324344" y="251460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7324344" y="2816352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57200" y="356616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731520" y="35661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red, blue and yellow comic palette set against dark, cinematic backgrounds.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017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OF 8   |   3.2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02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&amp; feel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 Story  |  Project Design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4000500" cy="157734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4859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34440" y="137160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Arial typography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011680"/>
            <a:ext cx="36347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clean typeface across the whole site.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686300" y="1188720"/>
            <a:ext cx="4000500" cy="157734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869180" y="137160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48590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463540" y="137160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Comic-style brand mark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869180" y="2011680"/>
            <a:ext cx="36347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brand mark with a hard offset shadow.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57200" y="2994660"/>
            <a:ext cx="4000500" cy="157734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0080" y="317754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32918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34440" y="317754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Rounded cards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817620"/>
            <a:ext cx="36347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sits on soft, rounded cards.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686300" y="2994660"/>
            <a:ext cx="4000500" cy="157734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869180" y="317754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29184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63540" y="317754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Cinematic backgrounds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4869180" y="3817620"/>
            <a:ext cx="36347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backgrounds with red and blue glows.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017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OF 8   |   3.3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02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flow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 Story  |  Project Design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280160"/>
            <a:ext cx="1499616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94360" y="1417320"/>
            <a:ext cx="365760" cy="36576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1847088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&amp; navigation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139696" y="1280160"/>
            <a:ext cx="1499616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276856" y="1417320"/>
            <a:ext cx="365760" cy="36576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276856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2276856" y="1847088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822192" y="1280160"/>
            <a:ext cx="1499616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959352" y="1417320"/>
            <a:ext cx="365760" cy="36576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959352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3959352" y="1847088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504688" y="1280160"/>
            <a:ext cx="1499616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641848" y="1417320"/>
            <a:ext cx="365760" cy="36576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41848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641848" y="1847088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 library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187184" y="1280160"/>
            <a:ext cx="1499616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324344" y="1417320"/>
            <a:ext cx="365760" cy="36576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324344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324344" y="1847088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Poster collection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57200" y="2697480"/>
            <a:ext cx="1499616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94360" y="2834640"/>
            <a:ext cx="365760" cy="36576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9436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94360" y="3264408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panels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2139696" y="2697480"/>
            <a:ext cx="1499616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2276856" y="2834640"/>
            <a:ext cx="365760" cy="36576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276856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2276856" y="3264408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Characters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3822192" y="2697480"/>
            <a:ext cx="1499616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3959352" y="2834640"/>
            <a:ext cx="365760" cy="36576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3959352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3959352" y="3264408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5504688" y="2697480"/>
            <a:ext cx="1499616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5641848" y="2834640"/>
            <a:ext cx="365760" cy="36576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641848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5641848" y="3264408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&amp; newsletter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7187184" y="2697480"/>
            <a:ext cx="1499616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7324344" y="2834640"/>
            <a:ext cx="365760" cy="36576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7324344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47" name="Text 44"/>
          <p:cNvSpPr txBox="1"/>
          <p:nvPr/>
        </p:nvSpPr>
        <p:spPr>
          <a:xfrm>
            <a:off x="7324344" y="3264408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Footer</a:t>
            </a:r>
            <a:endParaRPr lang="en-US" sz="1200" dirty="0"/>
          </a:p>
        </p:txBody>
      </p:sp>
      <p:sp>
        <p:nvSpPr>
          <p:cNvPr id="48" name="Text 45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page reads top to bottom, from header to footer.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017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OF 8   |   3.4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02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&amp; theme design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 Story  |  Project Design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4000500" cy="157734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4859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34440" y="137160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layout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011680"/>
            <a:ext cx="36347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layout adapts at 3 responsive breakpoints.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686300" y="1188720"/>
            <a:ext cx="4000500" cy="157734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869180" y="137160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48590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463540" y="137160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and light theme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869180" y="2011680"/>
            <a:ext cx="36347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Colors switch between dark and light.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57200" y="2994660"/>
            <a:ext cx="4000500" cy="157734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0080" y="317754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32918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34440" y="317754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Reveal animations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817620"/>
            <a:ext cx="36347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Sections reveal as you scroll.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686300" y="2994660"/>
            <a:ext cx="4000500" cy="157734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869180" y="317754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29184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63540" y="317754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4869180" y="3817620"/>
            <a:ext cx="36347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 labels and a "/" search shortcut.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Comic Story - Project Design</dc:title>
  <dc:subject>PptxGenJS Presentation</dc:subject>
  <dc:creator>PptxGenJS</dc:creator>
  <cp:lastModifiedBy>PptxGenJS</cp:lastModifiedBy>
  <cp:revision>1</cp:revision>
  <dcterms:created xsi:type="dcterms:W3CDTF">2026-09-30T05:36:46Z</dcterms:created>
  <dcterms:modified xsi:type="dcterms:W3CDTF">2026-09-30T05:36:46Z</dcterms:modified>
</cp:coreProperties>
</file>