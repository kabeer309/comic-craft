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breaks the build into five work streams, maps each to a deliverable and phase, and summarises the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 was organized into five streams, each with a clear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work stream produces a deliverable and feeds one or more project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scope in numbers: 10 titles, 8 heroes, 2 posters and 10 page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Planning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streams and deliverables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work streams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&amp; phase mapping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at a glance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OF 8   |   4.1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work streams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Planning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9050">
            <a:solidFill>
              <a:srgbClr val="CFCF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34440"/>
            <a:ext cx="14630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46304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6868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assets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2788920"/>
            <a:ext cx="1243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comic titles, 8 heroes, 2 posters and cover images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148840" y="1234440"/>
            <a:ext cx="14630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15468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56032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5773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24028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&amp; styling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2258568" y="2788920"/>
            <a:ext cx="1243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page sections with responsive breakpoints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840480" y="1234440"/>
            <a:ext cx="14630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484632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5773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93192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logic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3950208" y="2788920"/>
            <a:ext cx="1243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filters, detail pop-up, favorites, theme toggle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532120" y="1234440"/>
            <a:ext cx="14630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53796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94360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57734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62356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fixes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5641848" y="2788920"/>
            <a:ext cx="1243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features on desktop, tablet and phone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7223760" y="1234440"/>
            <a:ext cx="146304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822960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63524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157734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3152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&amp; demo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7333488" y="2788920"/>
            <a:ext cx="1243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slide deck and live walkthrough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OF 8   |   4.2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&amp; phase mapping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Planning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stream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Feeds phase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&amp; assets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comic titles, 8 heroes, 2 posters and cover images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Layout &amp; styling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page sections with responsive breakpoints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Design, 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 logic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Search, filters, detail pop-up, favorites, theme toggle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 &amp; fixes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features on desktop, tablet and phone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 &amp;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README, slide deck and live walkthrough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Documentation, Demonstration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OF 8   |   4.3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at a glance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Planning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720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titles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7175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57175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66319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8630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68630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477774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00850" y="1188720"/>
            <a:ext cx="188595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800850" y="1298448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892290" y="1965960"/>
            <a:ext cx="17030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sections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697480"/>
            <a:ext cx="8229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plan is organized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3246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work streams, each with a clear deliverable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and layout first, then interaction logic, testing and finally docs and demo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ships as one self-contained site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Project Planning</dc:title>
  <dc:subject>PptxGenJS Presentation</dc:subject>
  <dc:creator>PptxGenJS</dc:creator>
  <cp:lastModifiedBy>PptxGenJS</cp:lastModifiedBy>
  <cp:revision>1</cp:revision>
  <dcterms:created xsi:type="dcterms:W3CDTF">2026-09-30T05:36:46Z</dcterms:created>
  <dcterms:modified xsi:type="dcterms:W3CDTF">2026-09-30T05:36:46Z</dcterms:modified>
</cp:coreProperties>
</file>