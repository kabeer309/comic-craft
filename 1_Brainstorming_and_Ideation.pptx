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turns a simple need into a clear concept for the Comic Story website. Four sub-topics: the challenge, the idea, the three core actions and the expected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challenge is to present a comic collection in one immersive, easy-to-browse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idea: Comic Story, a digital comic library with a cinematic, Marvel-inspired look.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idea grew into three verbs that also appear on the About section of the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expected outcome is a single-file, Marvel-themed comic library website.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484632"/>
            <a:ext cx="1325880" cy="347472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11480"/>
            <a:ext cx="1325880" cy="347472"/>
          </a:xfrm>
          <a:prstGeom prst="rect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114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OF 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68680" cy="86868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91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43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Brainstorming &amp; Ideation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931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the comic library concept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868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FILE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123444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0" y="12344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623560" y="123444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1929384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0" y="192938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623560" y="192938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2624328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0" y="262432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262432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Read, Explore, Collect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3319272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0" y="331927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623560" y="331927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outcome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OF 8   |   1.1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02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  |  Brainstorming &amp; Ideation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3749040" cy="3383280"/>
          </a:xfrm>
          <a:prstGeom prst="roundRect">
            <a:avLst>
              <a:gd name="adj" fmla="val 2162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31520" y="1463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182880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a comic collection in one immersive, easy-to-browse place.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434840" y="1188720"/>
            <a:ext cx="4251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7720" y="146304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2020" y="157734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03520" y="129844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303520" y="160934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your collection through an interactive library interface.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434840" y="2377440"/>
            <a:ext cx="4251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17720" y="265176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276606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03520" y="24871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5303520" y="279806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single, easy-to-browse place for the whole comic collection.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434840" y="3566160"/>
            <a:ext cx="4251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17720" y="384048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020" y="3954780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303520" y="367588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5303520" y="398678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people browse, search and filter titles instead of hunting for them.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OF 8   |   1.2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02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  |  Brainstorming &amp; Ideation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3749040" cy="3383280"/>
          </a:xfrm>
          <a:prstGeom prst="roundRect">
            <a:avLst>
              <a:gd name="adj" fmla="val 2162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31520" y="1463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182880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Story: a digital comic library with a cinematic, Marvel-inspired look.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434840" y="1188720"/>
            <a:ext cx="4251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7720" y="146304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2020" y="157734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03520" y="129844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comic library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303520" y="160934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website where comic titles are browsed online.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434840" y="2377440"/>
            <a:ext cx="4251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17720" y="265176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276606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03520" y="24871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Cinematic look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5303520" y="279806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backgrounds with red and blue glows.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434840" y="3566160"/>
            <a:ext cx="4251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17720" y="384048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020" y="3954780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303520" y="367588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Marvel-inspired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5303520" y="398678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red, blue and yellow comic palette.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OF 8   |   1.3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02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Read, Explore, Collect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  |  Brainstorming &amp; Ideation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25908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859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137160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011680"/>
            <a:ext cx="222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your collection through an interactive library interface.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276600" y="1188720"/>
            <a:ext cx="25908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459480" y="137160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780" y="148590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053840" y="137160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3459480" y="2011680"/>
            <a:ext cx="222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characters and comic categories.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096000" y="1188720"/>
            <a:ext cx="25908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278880" y="137160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180" y="148590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73240" y="137160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278880" y="2011680"/>
            <a:ext cx="222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favorite titles directly in your browser.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OF 8   |   1.4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02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outcome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  |  Brainstorming &amp; Ideation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188595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57200" y="1298448"/>
            <a:ext cx="18859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965960"/>
            <a:ext cx="17030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titles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71750" y="1188720"/>
            <a:ext cx="188595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2571750" y="1298448"/>
            <a:ext cx="18859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2663190" y="1965960"/>
            <a:ext cx="17030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86300" y="1188720"/>
            <a:ext cx="188595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686300" y="1298448"/>
            <a:ext cx="18859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4777740" y="1965960"/>
            <a:ext cx="17030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HTML file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800850" y="1188720"/>
            <a:ext cx="188595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800850" y="1298448"/>
            <a:ext cx="18859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200" dirty="0"/>
          </a:p>
        </p:txBody>
      </p:sp>
      <p:sp>
        <p:nvSpPr>
          <p:cNvPr id="19" name="Text 16"/>
          <p:cNvSpPr txBox="1"/>
          <p:nvPr/>
        </p:nvSpPr>
        <p:spPr>
          <a:xfrm>
            <a:off x="6892290" y="1965960"/>
            <a:ext cx="17030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needed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697480"/>
            <a:ext cx="8229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85800" y="2834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finished project delivers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324612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Marvel-themed digital comic library website built with HTML, CSS and JavaScript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Search, category filters, detail pop-ups and browser-saved favorites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responsive layout for desktop, tablet and phone, with dark and light themes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Comic Story - Brainstorming &amp; Ideation</dc:title>
  <dc:subject>PptxGenJS Presentation</dc:subject>
  <dc:creator>PptxGenJS</dc:creator>
  <cp:lastModifiedBy>PptxGenJS</cp:lastModifiedBy>
  <cp:revision>1</cp:revision>
  <dcterms:created xsi:type="dcterms:W3CDTF">2026-09-30T05:36:46Z</dcterms:created>
  <dcterms:modified xsi:type="dcterms:W3CDTF">2026-09-30T05:36:46Z</dcterms:modified>
</cp:coreProperties>
</file>